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4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Android Layouts: Building Responsive User Interfaces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Mastering Linear, Relative, and Constraint Layouts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an Android Layout?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UI components — buttons, text fields, images, and other interactive elements the user sees and touches.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ViewGroup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Invisible containers that manage the positioning and sizing of their child Views on screen.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Layout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blueprint that defines how UI elements appear, align, and respond across different screen sizes and orientations.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657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View Hierarchy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1978223"/>
            <a:ext cx="6565736" cy="300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3632" y="2362700"/>
            <a:ext cx="1452402" cy="18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43632" y="2595897"/>
            <a:ext cx="1600870" cy="28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Leaf elements rendered on screen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08856" y="3350358"/>
            <a:ext cx="1452402" cy="18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ViewGroup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89491" y="3583555"/>
            <a:ext cx="1471767" cy="28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child groups managing layout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43632" y="3860325"/>
            <a:ext cx="1452402" cy="18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43632" y="4093522"/>
            <a:ext cx="1600870" cy="28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Top-level container for the screen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5174952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renders every screen as a nested tree of Views and ViewGroups — each node measured, laid out, and drawn in sequence.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17270" y="1664196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Hierarchy Depth Matters</a:t>
            </a:r>
            <a:endParaRPr lang="en-US" sz="17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270" y="2136577"/>
            <a:ext cx="3519201" cy="1981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23749" y="2341463"/>
            <a:ext cx="30078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Hierarchies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8323749" y="2792512"/>
            <a:ext cx="300784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 multiple measure, layout, and draw passes — increasing frame render time and risking dropped frames.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7270" y="4288334"/>
            <a:ext cx="3519201" cy="17011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3749" y="4493220"/>
            <a:ext cx="30078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Flat Hierarchies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8323749" y="4944269"/>
            <a:ext cx="30078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Fewer passes, faster rendering, and smoother 60fps animations. Always the preferred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Evolution of Android Layouts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429000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2751565" y="2861965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44" y="321637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22534" y="32517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1659434"/>
            <a:ext cx="38276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Era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068116"/>
            <a:ext cx="38276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AbsoluteLayout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deprecated. Fixed pixel positions broke on every screen size.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972620" y="3429000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4772699" y="321637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3589" y="32517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1438" y="4185047"/>
            <a:ext cx="3827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Foundation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071438" y="4593729"/>
            <a:ext cx="38277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FrameLayout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single child focus, limited composition capability.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93576" y="2861965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3656" y="321637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4546" y="32517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92394" y="1659434"/>
            <a:ext cx="3827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Classic Era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5292394" y="2068116"/>
            <a:ext cx="38277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LinearLayout &amp; RelativeLayout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reliable, widely adopted, still used today.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414632" y="3429000"/>
            <a:ext cx="25399" cy="56703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4711" y="3216374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5601" y="32517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13450" y="4185047"/>
            <a:ext cx="38277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Standard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7513450" y="4593729"/>
            <a:ext cx="38277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ConstraintLayout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flat, flexible, GPU-friendly and the recommended approach.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61475" y="5411192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678884"/>
            <a:ext cx="236234" cy="1890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5723" y="564743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Choosing the right layout ensures device compatibility and responsive design across the full Android ecosystem.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64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Linear Layout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72" y="2273895"/>
            <a:ext cx="3016869" cy="3016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993" y="1536005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It Works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08993" y="1923554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LinearLayout arranges all child Views in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row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(horizontal) or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column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(vertical) — one after another with no overlapping.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608993" y="2535535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Attributes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608993" y="2923084"/>
            <a:ext cx="6927478" cy="814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orientation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vertical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layout_weight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distributes remaining space proportionally among children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gravity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aligns content within the container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08993" y="3891657"/>
            <a:ext cx="6927478" cy="2120106"/>
          </a:xfrm>
          <a:prstGeom prst="roundRect">
            <a:avLst>
              <a:gd name="adj" fmla="val 3183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4801770" y="4052292"/>
            <a:ext cx="6541924" cy="1798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&lt;LinearLayout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android:orientation="vertical"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android:layout_weight="1"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android:gravity="center"&gt;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&lt;Button android:text="Submit" /&gt;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&lt;EditText android:hint="Name" /&gt;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&lt;/LinearLayout&gt;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1449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 Layout in Action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661475" y="1295301"/>
            <a:ext cx="6296860" cy="4921151"/>
          </a:xfrm>
          <a:prstGeom prst="roundRect">
            <a:avLst>
              <a:gd name="adj" fmla="val 12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1301651"/>
            <a:ext cx="3142080" cy="3861891"/>
          </a:xfrm>
          <a:custGeom>
            <a:avLst/>
            <a:gdLst/>
            <a:ahLst/>
            <a:cxnLst/>
            <a:rect l="l" t="t" r="r" b="b"/>
            <a:pathLst>
              <a:path w="3142080" h="3861891">
                <a:moveTo>
                  <a:pt x="52925" y="0"/>
                </a:moveTo>
                <a:lnTo>
                  <a:pt x="3142080" y="0"/>
                </a:lnTo>
                <a:lnTo>
                  <a:pt x="3142080" y="3861891"/>
                </a:lnTo>
                <a:lnTo>
                  <a:pt x="0" y="3861891"/>
                </a:lnTo>
                <a:lnTo>
                  <a:pt x="0" y="52926"/>
                </a:lnTo>
                <a:arcTo hR="52926" wR="52925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19030" y="1452860"/>
            <a:ext cx="28396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Use Cases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9030" y="1761629"/>
            <a:ext cx="2839669" cy="99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and registration forms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Horizontal toolbar button rows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vertical content stacks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Weight-based flexible sizing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809905" y="1301651"/>
            <a:ext cx="3142080" cy="3861891"/>
          </a:xfrm>
          <a:custGeom>
            <a:avLst/>
            <a:gdLst/>
            <a:ahLst/>
            <a:cxnLst/>
            <a:rect l="l" t="t" r="r" b="b"/>
            <a:pathLst>
              <a:path w="3142080" h="3861891">
                <a:moveTo>
                  <a:pt x="0" y="0"/>
                </a:moveTo>
                <a:lnTo>
                  <a:pt x="3089155" y="0"/>
                </a:lnTo>
                <a:arcTo hR="52926" wR="52925" stAng="16200000" swAng="5400000"/>
                <a:lnTo>
                  <a:pt x="3142080" y="3861891"/>
                </a:lnTo>
                <a:lnTo>
                  <a:pt x="0" y="3861891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1301651"/>
            <a:ext cx="19050" cy="386189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3961110" y="1452860"/>
            <a:ext cx="28396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Weight Distribution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961110" y="1761629"/>
            <a:ext cx="2839669" cy="877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layout_weight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values to let children share available space proportionally — no hard pixel widths required.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61110" y="2774752"/>
            <a:ext cx="2839669" cy="2237581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4142478" y="2925961"/>
            <a:ext cx="2476934" cy="1935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&lt;EditText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android:layout_weight="1"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android:layout_width="0dp" /&gt;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android:layout_weight="0"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android:layout_width="wrap_content" /&gt;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7825" y="5163542"/>
            <a:ext cx="6284160" cy="1046559"/>
          </a:xfrm>
          <a:custGeom>
            <a:avLst/>
            <a:gdLst/>
            <a:ahLst/>
            <a:cxnLst/>
            <a:rect l="l" t="t" r="r" b="b"/>
            <a:pathLst>
              <a:path w="6284160" h="1046559">
                <a:moveTo>
                  <a:pt x="0" y="0"/>
                </a:moveTo>
                <a:lnTo>
                  <a:pt x="6284160" y="0"/>
                </a:lnTo>
                <a:lnTo>
                  <a:pt x="6284160" y="993633"/>
                </a:lnTo>
                <a:arcTo hR="52926" wR="52925" stAng="0" swAng="5400000"/>
                <a:lnTo>
                  <a:pt x="52925" y="1046559"/>
                </a:lnTo>
                <a:arcTo hR="52926" wR="52925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5163542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7" name="Text 14"/>
          <p:cNvSpPr/>
          <p:nvPr/>
        </p:nvSpPr>
        <p:spPr>
          <a:xfrm>
            <a:off x="819030" y="5314752"/>
            <a:ext cx="59817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Limitation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19030" y="5623520"/>
            <a:ext cx="59817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Nesting LinearLayouts to build complex UIs creates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deep hierarchies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triggering extra measurement passes and causing measurable performance penalties.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96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Relative Layout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14760"/>
            <a:ext cx="693551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Positioning by Relationship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771948"/>
            <a:ext cx="693551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RelativeLayout positions each child View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relative to its siblings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the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parent container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eliminating the need to nest multiple LinearLayouts.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328267"/>
            <a:ext cx="693551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Essential Attributes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685455"/>
            <a:ext cx="6935515" cy="10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layout_toRightOf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layout_toLeftOf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layout_below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layout_above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layout_alignParentTop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Bottom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layout_centerInParent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3844429"/>
            <a:ext cx="6935515" cy="2237581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42842" y="3995638"/>
            <a:ext cx="6572780" cy="1935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&lt;RelativeLayout&gt;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&lt;TextView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android:id="@+id/label"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android:layout_alignParentTop="true"/&gt;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android:layout_below="@id/label"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android:layout_centerHorizontal="true"/&gt;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&lt;/RelativeLayout&gt;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610" y="2330152"/>
            <a:ext cx="2851376" cy="2851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0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Relative Layout in Practice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974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Flat Hierarchies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RelativeLayout with multiple sibling Views often replaces three or four nested LinearLayouts — significantly reducing rendering overhead.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4974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Two-Pass Trade-off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RelativeLayout measures children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twice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 layout pass to resolve dependencies. On older or lower-end devices this can cause noticeable slowdowns.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74974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45846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Dependency Complexity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86715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layouts grow, sibling dependency chains become difficult to read, debug, and maintain — making large RelativeLayouts fragile to change.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352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Constraint Layout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921768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modern standard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Android UI development — designed from the ground up to flatten hierarchies and maximize rendering performance.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673846"/>
            <a:ext cx="3063104" cy="2155329"/>
          </a:xfrm>
          <a:prstGeom prst="roundRect">
            <a:avLst>
              <a:gd name="adj" fmla="val 34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19193" y="2859683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Constraint-Based Positioning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419193" y="3522960"/>
            <a:ext cx="269144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view is positioned via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constraints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connecting its edges to other views, guidelines, barriers, or the parent itself.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67017" y="2673846"/>
            <a:ext cx="3063203" cy="2155329"/>
          </a:xfrm>
          <a:prstGeom prst="roundRect">
            <a:avLst>
              <a:gd name="adj" fmla="val 34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2849" y="2859683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Flat by Design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652849" y="3242469"/>
            <a:ext cx="2691539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UIs that previously required deeply nested ViewGroups can be expressed in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 flat hierarchy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one pass, maximum performance.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999732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9193" y="518556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Flexible &amp; Responsive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419193" y="556835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Guidelines and barriers dynamically adapt positioning to any screen size, orientation, or density without hardcoded values.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45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 of Constraint Layout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6048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470819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Guidelines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98149" y="1858367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Invisible reference lines placed at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fixed dp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percentage position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snap multiple views to a consistent alignment without nesting.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98149" y="2487414"/>
            <a:ext cx="5238421" cy="578247"/>
          </a:xfrm>
          <a:prstGeom prst="roundRect">
            <a:avLst>
              <a:gd name="adj" fmla="val 1167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490927" y="2648049"/>
            <a:ext cx="5462451" cy="256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app:layout_constraintStart_toStartOf="guideline"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8149" y="3219252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98149" y="3606800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dynamic constraint that tracks the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largest child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 group, automatically shifting dependent views when content changes size.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98149" y="4218781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Chains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298149" y="4606330"/>
            <a:ext cx="5238421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a row or column of views into a chain and choose a spread style: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spread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spread_inside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packed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98149" y="5241727"/>
            <a:ext cx="5238421" cy="835223"/>
          </a:xfrm>
          <a:prstGeom prst="roundRect">
            <a:avLst>
              <a:gd name="adj" fmla="val 8079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6490927" y="5402362"/>
            <a:ext cx="4852866" cy="513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app:layout_constraintHorizontal_chainStyle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b="1" dirty="0">
                <a:solidFill>
                  <a:srgbClr val="005CC5"/>
                </a:solidFill>
                <a:latin typeface="Consolas Bold" pitchFamily="34" charset="0"/>
                <a:ea typeface="Consolas Bold" pitchFamily="34" charset="-122"/>
                <a:cs typeface="Consolas Bold" pitchFamily="34" charset="-120"/>
              </a:rPr>
              <a:t> ="spread_inside"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87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 Layout in Action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67396"/>
            <a:ext cx="1004962" cy="621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1867396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Responsive to Any Orientation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2571353"/>
            <a:ext cx="222423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Percentage-based guidelines and bias values ensure layouts reflow gracefully between portrait and landscape — no duplicate XML files needed.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1867396"/>
            <a:ext cx="1004962" cy="621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1867396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Flat Hierarchy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2276078"/>
            <a:ext cx="222423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ConstraintLayout with 10 sibling views outperforms an equivalent nested LinearLayout/RelativeLayout stack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single-pass measurement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every time.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1867396"/>
            <a:ext cx="1004962" cy="621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1867396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 Editor in Android Studio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2571353"/>
            <a:ext cx="222423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 views onto the canvas, snap constraints visually, and preview on multiple device sizes — constraint creation without writing a single line of XML.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900910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168602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137150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ConstraintLayout is the recommended layout for all new Android projects — start here and reach for LinearLayout only when its simplicity is a genuine fit.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2026-08-07T07:49:59Z</dcterms:created>
  <dcterms:modified xsi:type="dcterms:W3CDTF">2026-08-07T07:49:59Z</dcterms:modified>
</cp:coreProperties>
</file>